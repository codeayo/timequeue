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1737360"/>
            <a:ext cx="4572000" cy="36576"/>
          </a:xfrm>
          <a:prstGeom prst="rect">
            <a:avLst/>
          </a:prstGeom>
          <a:solidFill>
            <a:srgbClr val="E0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8"/>
                </a:solidFill>
                <a:latin typeface="Calibri"/>
              </a:rPr>
              <a:t>CSC 4370  ·  Final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DineQueue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E0C9A6"/>
                </a:solidFill>
                <a:latin typeface="Calibri"/>
              </a:rPr>
              <a:t>Fine Dining Reservations — Automated &amp; Intelligent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8"/>
                </a:solidFill>
                <a:latin typeface="Calibri"/>
              </a:rPr>
              <a:t>April 16,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097280"/>
            <a:ext cx="3017520" cy="466344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1097280"/>
            <a:ext cx="3017520" cy="54864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🍽️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74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0C9A6"/>
                </a:solidFill>
                <a:latin typeface="Calibri"/>
              </a:rPr>
              <a:t>DineQueue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77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B95A8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880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Book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383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Join the waitlist.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886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Let us handle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89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rest.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8229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8"/>
                </a:solidFill>
                <a:latin typeface="Calibri"/>
              </a:rPr>
              <a:t>What is DineQueue and why was it built?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822960"/>
            <a:ext cx="12079224" cy="27432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303520" cy="530352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5303520" cy="4572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C9A6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5A8"/>
                </a:solidFill>
                <a:latin typeface="Calibri"/>
              </a:rPr>
              <a:t>Managing restaurant reservations manually is tedious — hosts struggle with capacity tracking, and cancellations leave slots empty with no easy way to fill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C9A6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5A8"/>
                </a:solidFill>
                <a:latin typeface="Calibri"/>
              </a:rPr>
              <a:t>DineQueue is a full-stack web app that lets restaurant staff publish timed dining slots with seat limits, while guests can instantly book or join an automatic waitlist — no phone calls, no manual promotion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5A8"/>
                </a:solidFill>
                <a:latin typeface="Calibri"/>
              </a:rPr>
              <a:t>Course: CSC 4370  ·  Presented: April 16,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5669280" cy="15087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005840"/>
            <a:ext cx="54864" cy="150876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188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1704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Role-Based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5544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Hosts &amp; Guests have separate, secured dashboards.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97480"/>
            <a:ext cx="5669280" cy="15087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2697480"/>
            <a:ext cx="54864" cy="150876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880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620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Dynamic Slot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2461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Hosts create capacity-controlled dining windows instantly.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389120"/>
            <a:ext cx="5669280" cy="15087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389120"/>
            <a:ext cx="54864" cy="150876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72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5537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 Waitlist (FIFO)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9377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Full slots divert guests to a waitlist — promoted automatically on cancellation.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8229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8"/>
                </a:solidFill>
                <a:latin typeface="Calibri"/>
              </a:rPr>
              <a:t>Technologies used across the full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822960"/>
            <a:ext cx="12079224" cy="27432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788920" cy="210312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788920" cy="45720"/>
          </a:xfrm>
          <a:prstGeom prst="rect">
            <a:avLst/>
          </a:prstGeom>
          <a:solidFill>
            <a:srgbClr val="41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5A8"/>
                </a:solidFill>
                <a:latin typeface="Calibri"/>
              </a:rPr>
              <a:t>⚡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441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Vue.js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Composition API, reactive state, component-based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960120"/>
            <a:ext cx="2788920" cy="210312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960120"/>
            <a:ext cx="2788920" cy="45720"/>
          </a:xfrm>
          <a:prstGeom prst="rect">
            <a:avLst/>
          </a:prstGeom>
          <a:solidFill>
            <a:srgbClr val="41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0515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5A8"/>
                </a:solidFill>
                <a:latin typeface="Calibri"/>
              </a:rPr>
              <a:t>⚡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3441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783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Ultra-fast dev server &amp; production bundler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960120"/>
            <a:ext cx="2788920" cy="210312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960120"/>
            <a:ext cx="2788920" cy="45720"/>
          </a:xfrm>
          <a:prstGeom prst="rect">
            <a:avLst/>
          </a:prstGeom>
          <a:solidFill>
            <a:srgbClr val="FFD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0515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5A8"/>
                </a:solidFill>
                <a:latin typeface="Calibri"/>
              </a:rPr>
              <a:t>🔧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3441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Pinia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783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Global auth store with localStorage persistence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960120"/>
            <a:ext cx="2788920" cy="210312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960120"/>
            <a:ext cx="2788920" cy="45720"/>
          </a:xfrm>
          <a:prstGeom prst="rect">
            <a:avLst/>
          </a:prstGeom>
          <a:solidFill>
            <a:srgbClr val="FFD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10515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5A8"/>
                </a:solidFill>
                <a:latin typeface="Calibri"/>
              </a:rPr>
              <a:t>🔧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134416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Vue Router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178308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Client-side routing with role-based navigation guards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37560"/>
            <a:ext cx="2788920" cy="210312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37560"/>
            <a:ext cx="2788920" cy="45720"/>
          </a:xfrm>
          <a:prstGeom prst="rect">
            <a:avLst/>
          </a:prstGeom>
          <a:solidFill>
            <a:srgbClr val="68A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4290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5A8"/>
                </a:solidFill>
                <a:latin typeface="Calibri"/>
              </a:rPr>
              <a:t>🖥️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72160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Node.js + Express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605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RESTful API server with JWT authentication middleware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3337560"/>
            <a:ext cx="2788920" cy="210312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64408" y="3337560"/>
            <a:ext cx="2788920" cy="45720"/>
          </a:xfrm>
          <a:prstGeom prst="rect">
            <a:avLst/>
          </a:prstGeom>
          <a:solidFill>
            <a:srgbClr val="C05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34290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5A8"/>
                </a:solidFill>
                <a:latin typeface="Calibri"/>
              </a:rPr>
              <a:t>🔐 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372160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41605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Stateless sessions, hashed passwords at 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8776" y="3337560"/>
            <a:ext cx="2788920" cy="210312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08776" y="3337560"/>
            <a:ext cx="2788920" cy="4572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34290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5A8"/>
                </a:solidFill>
                <a:latin typeface="Calibri"/>
              </a:rPr>
              <a:t>🗄️ 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372160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416052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Persistent relational DB — users, slots, bookings, waitlist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8229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8"/>
                </a:solidFill>
                <a:latin typeface="Calibri"/>
              </a:rPr>
              <a:t>What parts of the project are most polished?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822960"/>
            <a:ext cx="12079224" cy="27432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864" cy="171907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🔐  Secure Auth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90472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JWT tokens with bcrypt password hashing. Tokens are rehydrated on refresh and stored in localStorage. Role validation is enforced both client-side (route guards) and server-side (middleware).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60120"/>
            <a:ext cx="54864" cy="171907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⏳  FIFO Auto-Waitlist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90472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The crown jewel of the project. When a user books a full slot they're added to the waitlist. On cancellation, the server runs a SQLite transaction that promotes the earliest queued user automatically — zero manual intervention.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34639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34639"/>
            <a:ext cx="54864" cy="171907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7179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🎨  Premium UI &amp;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64991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Full dark/light mode theming with CSS variables. Cinematic hero sections, animated stat counters, photo gallery lightbox, testimonial carousel, booking confirmation modal, toast notifications, and smooth route transitions.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34639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34639"/>
            <a:ext cx="54864" cy="171907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7179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🛡️  Role-Based Access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64991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Hosts and Users are completely separated. Route guards redirect incorrectly-roled users. The server double-checks roles on every protected endpoint independently of the client.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09158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09158"/>
            <a:ext cx="54864" cy="171907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4631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📱  Fully Responsive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3951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Mobile drawer navigation with hamburger-to-X animation, responsive grid layouts, and adaptive card components that work on all screen sizes.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709158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709158"/>
            <a:ext cx="54864" cy="171907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1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⚡  Real-time Feedback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3951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Every action sends instant feedback — slot cards update capacity counts live, toast notifications confirm or report errors, and spinners communicate loading state throughout.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8229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8"/>
                </a:solidFill>
                <a:latin typeface="Calibri"/>
              </a:rPr>
              <a:t>We'll walk through the full user journey in real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822960"/>
            <a:ext cx="12079224" cy="27432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669280" cy="123444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864" cy="123444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051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Homepage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14630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Live availability pill · Food gallery · Menu teaser · CTA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60120"/>
            <a:ext cx="5669280" cy="123444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960120"/>
            <a:ext cx="54864" cy="1234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234440"/>
            <a:ext cx="384048" cy="3840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070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1051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Register /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14630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Create HOST &amp; USER accounts · Role-based redirect on sign-in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77440"/>
            <a:ext cx="5669280" cy="123444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377440"/>
            <a:ext cx="54864" cy="12344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651760"/>
            <a:ext cx="384048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624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" y="2468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Host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28803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Publish a new dining slot with capacity · See KPI cards update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377440"/>
            <a:ext cx="5669280" cy="123444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377440"/>
            <a:ext cx="54864" cy="12344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651760"/>
            <a:ext cx="384048" cy="38404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6243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2468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Slots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1152" y="28803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Guest views available slots · Books a table → Confirmation modal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94760"/>
            <a:ext cx="5669280" cy="123444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794760"/>
            <a:ext cx="54864" cy="12344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069080"/>
            <a:ext cx="384048" cy="384048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Waitlist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" y="42976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Second guest books same full slot → Routed to waitlist automatically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794760"/>
            <a:ext cx="5669280" cy="123444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794760"/>
            <a:ext cx="54864" cy="12344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069080"/>
            <a:ext cx="384048" cy="38404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041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Cancellation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42976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First guest cancels → Waitlisted guest auto-promoted to Confirmed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5212080"/>
            <a:ext cx="5669280" cy="123444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46120" y="5212080"/>
            <a:ext cx="54864" cy="12344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29000" y="5486400"/>
            <a:ext cx="384048" cy="3840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9000" y="5458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59352" y="5303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My Reservations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9352" y="57150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Guest sees their itinerary · Countdown timers · Cancel option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8229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Improvements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8"/>
                </a:solidFill>
                <a:latin typeface="Calibri"/>
              </a:rPr>
              <a:t>What still needs work or could be optimized?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822960"/>
            <a:ext cx="12079224" cy="27432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864" cy="171907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📧  Automated 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490472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Waitlist promotion currently happens silently in the database. A real-world version would integrate SendGrid or Twilio to email/SMS the promoted user instantly.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60120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960120"/>
            <a:ext cx="54864" cy="17190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🗓️  Visual Calendar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90472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The Slots page lists everything chronologically. As the database grows, a calendar component (e.g. V-Calendar) would let users filter by date, week, or host.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34639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34639"/>
            <a:ext cx="54864" cy="1719072"/>
          </a:xfrm>
          <a:prstGeom prst="rect">
            <a:avLst/>
          </a:prstGeom>
          <a:solidFill>
            <a:srgbClr val="E0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7179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🗄️  Production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64991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SQLite is great for development but not safe for concurrent high-volume traffic. Migrating to PostgreSQL on Supabase or AWS RDS would be the next step for real deployment.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34639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34639"/>
            <a:ext cx="54864" cy="171907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7179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🔔  Live Push 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64991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Waitlist status changes require a manual page refresh to see updates. WebSockets or Server-Sent Events would let the UI update in real time without reloading.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09158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09158"/>
            <a:ext cx="54864" cy="171907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4631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👤  Guest Profile &amp;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3951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Users currently have no profile page. Adding dining history, preferences, and a profile photo would make the experience feel more personal and complete.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709158"/>
            <a:ext cx="5669280" cy="1719072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709158"/>
            <a:ext cx="54864" cy="171907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1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📊  Host Analytics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3951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Hosts see slot-level data but no aggregate trends. A charts view showing peak booking times, cancellation rates, and waitlist conversion would add real business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82296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LLM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5A8"/>
                </a:solidFill>
                <a:latin typeface="Calibri"/>
              </a:rPr>
              <a:t>How Large Language Models were used in this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822960"/>
            <a:ext cx="12079224" cy="27432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11521440" cy="68580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864" cy="6858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33271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C9A6"/>
                </a:solidFill>
                <a:latin typeface="Calibri"/>
              </a:rPr>
              <a:t>AI coding assistants (Antigravity / Claude) were used throughout development as a pair-programming tool — not to replace understanding, but to accelerate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11521440" cy="841248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783080"/>
            <a:ext cx="54864" cy="8412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562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🔧  Backend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856232"/>
            <a:ext cx="7818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Prompted the AI to scaffold the Express route structure (auth, slots, bookings) and explain the correct pattern for JWT middleware chaining.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920240"/>
            <a:ext cx="18288" cy="566928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752344"/>
            <a:ext cx="11521440" cy="841248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52344"/>
            <a:ext cx="54864" cy="8412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254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⏳  FIFO Waitlist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825496"/>
            <a:ext cx="7818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Used AI to design and validate the SQLite transaction that atomically cancels a booking and promotes the next waitlisted user without race conditions.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889504"/>
            <a:ext cx="18288" cy="566928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721608"/>
            <a:ext cx="11521440" cy="841248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21608"/>
            <a:ext cx="54864" cy="8412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94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🎨  UI Component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794760"/>
            <a:ext cx="7818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AI helped build complex Vue components — the booking confirmation modal ticket design, the host dashboard roster table, and the responsive mobile drawer.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858768"/>
            <a:ext cx="18288" cy="566928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90872"/>
            <a:ext cx="11521440" cy="841248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690872"/>
            <a:ext cx="54864" cy="8412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7640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🐛  Debugging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764024"/>
            <a:ext cx="7818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Used AI to identify a blank-screen bug on the Host Dashboard caused by a missing reactive ref, and to trace a route guard misconfiguration.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4828032"/>
            <a:ext cx="18288" cy="566928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660136"/>
            <a:ext cx="11521440" cy="841248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660136"/>
            <a:ext cx="54864" cy="841248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7332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✍️  Code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733288"/>
            <a:ext cx="7818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Before submission, AI audited the codebase and found: a KPI stat always showing 0, dark mode colour hardcoding issues, and a memory leak in the testimonial timer.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5797296"/>
            <a:ext cx="18288" cy="566928"/>
          </a:xfrm>
          <a:prstGeom prst="rect">
            <a:avLst/>
          </a:prstGeom>
          <a:solidFill>
            <a:srgbClr val="2C3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2377440"/>
            <a:ext cx="5486400" cy="36576"/>
          </a:xfrm>
          <a:prstGeom prst="rect">
            <a:avLst/>
          </a:prstGeom>
          <a:solidFill>
            <a:srgbClr val="E0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E0C9A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3474720" cy="137160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3474720" cy="4572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🍽️  DineQueue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Full-stack reservation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5029200"/>
            <a:ext cx="3474720" cy="137160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39" y="5029200"/>
            <a:ext cx="3474720" cy="4572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⚡  Vue 3 + Express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5532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Modern, reactive, RESTful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8" y="5029200"/>
            <a:ext cx="3474720" cy="1371600"/>
          </a:xfrm>
          <a:prstGeom prst="rect">
            <a:avLst/>
          </a:prstGeom>
          <a:solidFill>
            <a:srgbClr val="1A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8" y="5029200"/>
            <a:ext cx="3474720" cy="45720"/>
          </a:xfrm>
          <a:prstGeom prst="rect">
            <a:avLst/>
          </a:prstGeom>
          <a:solidFill>
            <a:srgbClr val="8E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8" y="5120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⏳  FIFO Waitlist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8" y="5532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5A8"/>
                </a:solidFill>
                <a:latin typeface="Calibri"/>
              </a:rPr>
              <a:t>The core technical achievement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5A8"/>
                </a:solidFill>
                <a:latin typeface="Calibri"/>
              </a:rPr>
              <a:t>CSC 4370  ·  April 16,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